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image" Target="../media/image-2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7" Type="http://schemas.openxmlformats.org/officeDocument/2006/relationships/image" Target="../media/image-24-7.png"/><Relationship Id="rId8" Type="http://schemas.openxmlformats.org/officeDocument/2006/relationships/image" Target="../media/image-24-8.svg"/><Relationship Id="rId9" Type="http://schemas.openxmlformats.org/officeDocument/2006/relationships/image" Target="../media/image-24-9.png"/><Relationship Id="rId10" Type="http://schemas.openxmlformats.org/officeDocument/2006/relationships/image" Target="../media/image-24-10.sv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svg"/><Relationship Id="rId13" Type="http://schemas.openxmlformats.org/officeDocument/2006/relationships/image" Target="../media/image-24-13.png"/><Relationship Id="rId14" Type="http://schemas.openxmlformats.org/officeDocument/2006/relationships/image" Target="../media/image-24-14.svg"/><Relationship Id="rId15" Type="http://schemas.openxmlformats.org/officeDocument/2006/relationships/image" Target="../media/image-24-15.png"/><Relationship Id="rId16" Type="http://schemas.openxmlformats.org/officeDocument/2006/relationships/image" Target="../media/image-24-16.svg"/><Relationship Id="rId17" Type="http://schemas.openxmlformats.org/officeDocument/2006/relationships/image" Target="../media/image-24-17.png"/><Relationship Id="rId18" Type="http://schemas.openxmlformats.org/officeDocument/2006/relationships/image" Target="../media/image-24-18.svg"/><Relationship Id="rId19" Type="http://schemas.openxmlformats.org/officeDocument/2006/relationships/image" Target="../media/image-24-19.png"/><Relationship Id="rId20" Type="http://schemas.openxmlformats.org/officeDocument/2006/relationships/image" Target="../media/image-24-20.svg"/><Relationship Id="rId21" Type="http://schemas.openxmlformats.org/officeDocument/2006/relationships/image" Target="../media/image-24-21.png"/><Relationship Id="rId22" Type="http://schemas.openxmlformats.org/officeDocument/2006/relationships/image" Target="../media/image-24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image" Target="../media/image-25-7.png"/><Relationship Id="rId8" Type="http://schemas.openxmlformats.org/officeDocument/2006/relationships/image" Target="../media/image-25-8.svg"/><Relationship Id="rId9" Type="http://schemas.openxmlformats.org/officeDocument/2006/relationships/image" Target="../media/image-25-9.png"/><Relationship Id="rId10" Type="http://schemas.openxmlformats.org/officeDocument/2006/relationships/image" Target="../media/image-25-10.sv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sv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sv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png"/><Relationship Id="rId4" Type="http://schemas.openxmlformats.org/officeDocument/2006/relationships/image" Target="../media/image-26-4.svg"/><Relationship Id="rId5" Type="http://schemas.openxmlformats.org/officeDocument/2006/relationships/image" Target="../media/image-26-5.png"/><Relationship Id="rId6" Type="http://schemas.openxmlformats.org/officeDocument/2006/relationships/image" Target="../media/image-26-6.svg"/><Relationship Id="rId7" Type="http://schemas.openxmlformats.org/officeDocument/2006/relationships/image" Target="../media/image-26-7.png"/><Relationship Id="rId8" Type="http://schemas.openxmlformats.org/officeDocument/2006/relationships/image" Target="../media/image-26-8.svg"/><Relationship Id="rId9" Type="http://schemas.openxmlformats.org/officeDocument/2006/relationships/image" Target="../media/image-26-9.png"/><Relationship Id="rId10" Type="http://schemas.openxmlformats.org/officeDocument/2006/relationships/image" Target="../media/image-26-10.sv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sv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svg"/><Relationship Id="rId15" Type="http://schemas.openxmlformats.org/officeDocument/2006/relationships/image" Target="../media/image-26-15.png"/><Relationship Id="rId16" Type="http://schemas.openxmlformats.org/officeDocument/2006/relationships/image" Target="../media/image-26-16.svg"/><Relationship Id="rId17" Type="http://schemas.openxmlformats.org/officeDocument/2006/relationships/image" Target="../media/image-26-17.png"/><Relationship Id="rId18" Type="http://schemas.openxmlformats.org/officeDocument/2006/relationships/image" Target="../media/image-26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image" Target="../media/image-27-5.png"/><Relationship Id="rId6" Type="http://schemas.openxmlformats.org/officeDocument/2006/relationships/image" Target="../media/image-27-6.svg"/><Relationship Id="rId7" Type="http://schemas.openxmlformats.org/officeDocument/2006/relationships/image" Target="../media/image-27-7.png"/><Relationship Id="rId8" Type="http://schemas.openxmlformats.org/officeDocument/2006/relationships/image" Target="../media/image-27-8.svg"/><Relationship Id="rId9" Type="http://schemas.openxmlformats.org/officeDocument/2006/relationships/image" Target="../media/image-27-9.png"/><Relationship Id="rId10" Type="http://schemas.openxmlformats.org/officeDocument/2006/relationships/image" Target="../media/image-27-10.sv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sv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svg"/><Relationship Id="rId15" Type="http://schemas.openxmlformats.org/officeDocument/2006/relationships/image" Target="../media/image-27-15.png"/><Relationship Id="rId16" Type="http://schemas.openxmlformats.org/officeDocument/2006/relationships/image" Target="../media/image-27-16.svg"/><Relationship Id="rId17" Type="http://schemas.openxmlformats.org/officeDocument/2006/relationships/image" Target="../media/image-27-17.png"/><Relationship Id="rId18" Type="http://schemas.openxmlformats.org/officeDocument/2006/relationships/image" Target="../media/image-27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3.png"/><Relationship Id="rId4" Type="http://schemas.openxmlformats.org/officeDocument/2006/relationships/image" Target="../media/image-28-4.svg"/><Relationship Id="rId5" Type="http://schemas.openxmlformats.org/officeDocument/2006/relationships/image" Target="../media/image-28-5.png"/><Relationship Id="rId6" Type="http://schemas.openxmlformats.org/officeDocument/2006/relationships/image" Target="../media/image-28-6.svg"/><Relationship Id="rId7" Type="http://schemas.openxmlformats.org/officeDocument/2006/relationships/image" Target="../media/image-28-7.png"/><Relationship Id="rId8" Type="http://schemas.openxmlformats.org/officeDocument/2006/relationships/image" Target="../media/image-28-8.svg"/><Relationship Id="rId9" Type="http://schemas.openxmlformats.org/officeDocument/2006/relationships/image" Target="../media/image-28-9.png"/><Relationship Id="rId10" Type="http://schemas.openxmlformats.org/officeDocument/2006/relationships/image" Target="../media/image-28-10.sv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svg"/><Relationship Id="rId13" Type="http://schemas.openxmlformats.org/officeDocument/2006/relationships/image" Target="../media/image-28-13.png"/><Relationship Id="rId14" Type="http://schemas.openxmlformats.org/officeDocument/2006/relationships/image" Target="../media/image-28-14.svg"/><Relationship Id="rId15" Type="http://schemas.openxmlformats.org/officeDocument/2006/relationships/image" Target="../media/image-28-15.png"/><Relationship Id="rId16" Type="http://schemas.openxmlformats.org/officeDocument/2006/relationships/image" Target="../media/image-28-16.svg"/><Relationship Id="rId17" Type="http://schemas.openxmlformats.org/officeDocument/2006/relationships/image" Target="../media/image-28-17.png"/><Relationship Id="rId18" Type="http://schemas.openxmlformats.org/officeDocument/2006/relationships/image" Target="../media/image-28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3.png"/><Relationship Id="rId4" Type="http://schemas.openxmlformats.org/officeDocument/2006/relationships/image" Target="../media/image-29-4.svg"/><Relationship Id="rId5" Type="http://schemas.openxmlformats.org/officeDocument/2006/relationships/image" Target="../media/image-29-5.png"/><Relationship Id="rId6" Type="http://schemas.openxmlformats.org/officeDocument/2006/relationships/image" Target="../media/image-29-6.svg"/><Relationship Id="rId7" Type="http://schemas.openxmlformats.org/officeDocument/2006/relationships/image" Target="../media/image-29-7.png"/><Relationship Id="rId8" Type="http://schemas.openxmlformats.org/officeDocument/2006/relationships/image" Target="../media/image-29-8.svg"/><Relationship Id="rId9" Type="http://schemas.openxmlformats.org/officeDocument/2006/relationships/image" Target="../media/image-29-9.png"/><Relationship Id="rId10" Type="http://schemas.openxmlformats.org/officeDocument/2006/relationships/image" Target="../media/image-29-10.svg"/><Relationship Id="rId11" Type="http://schemas.openxmlformats.org/officeDocument/2006/relationships/image" Target="../media/image-29-11.png"/><Relationship Id="rId12" Type="http://schemas.openxmlformats.org/officeDocument/2006/relationships/image" Target="../media/image-29-12.svg"/><Relationship Id="rId13" Type="http://schemas.openxmlformats.org/officeDocument/2006/relationships/image" Target="../media/image-29-13.png"/><Relationship Id="rId14" Type="http://schemas.openxmlformats.org/officeDocument/2006/relationships/image" Target="../media/image-29-14.svg"/><Relationship Id="rId15" Type="http://schemas.openxmlformats.org/officeDocument/2006/relationships/image" Target="../media/image-29-15.png"/><Relationship Id="rId16" Type="http://schemas.openxmlformats.org/officeDocument/2006/relationships/image" Target="../media/image-29-16.svg"/><Relationship Id="rId17" Type="http://schemas.openxmlformats.org/officeDocument/2006/relationships/image" Target="../media/image-29-17.png"/><Relationship Id="rId18" Type="http://schemas.openxmlformats.org/officeDocument/2006/relationships/image" Target="../media/image-29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image" Target="../media/image-30-3.png"/><Relationship Id="rId4" Type="http://schemas.openxmlformats.org/officeDocument/2006/relationships/image" Target="../media/image-30-4.svg"/><Relationship Id="rId5" Type="http://schemas.openxmlformats.org/officeDocument/2006/relationships/image" Target="../media/image-30-5.png"/><Relationship Id="rId6" Type="http://schemas.openxmlformats.org/officeDocument/2006/relationships/image" Target="../media/image-30-6.svg"/><Relationship Id="rId7" Type="http://schemas.openxmlformats.org/officeDocument/2006/relationships/image" Target="../media/image-30-7.png"/><Relationship Id="rId8" Type="http://schemas.openxmlformats.org/officeDocument/2006/relationships/image" Target="../media/image-30-8.svg"/><Relationship Id="rId9" Type="http://schemas.openxmlformats.org/officeDocument/2006/relationships/image" Target="../media/image-30-9.png"/><Relationship Id="rId10" Type="http://schemas.openxmlformats.org/officeDocument/2006/relationships/image" Target="../media/image-30-10.svg"/><Relationship Id="rId11" Type="http://schemas.openxmlformats.org/officeDocument/2006/relationships/image" Target="../media/image-30-11.png"/><Relationship Id="rId12" Type="http://schemas.openxmlformats.org/officeDocument/2006/relationships/image" Target="../media/image-30-12.svg"/><Relationship Id="rId13" Type="http://schemas.openxmlformats.org/officeDocument/2006/relationships/image" Target="../media/image-30-13.png"/><Relationship Id="rId14" Type="http://schemas.openxmlformats.org/officeDocument/2006/relationships/image" Target="../media/image-30-14.svg"/><Relationship Id="rId15" Type="http://schemas.openxmlformats.org/officeDocument/2006/relationships/image" Target="../media/image-30-15.png"/><Relationship Id="rId16" Type="http://schemas.openxmlformats.org/officeDocument/2006/relationships/image" Target="../media/image-30-16.svg"/><Relationship Id="rId17" Type="http://schemas.openxmlformats.org/officeDocument/2006/relationships/image" Target="../media/image-30-17.png"/><Relationship Id="rId18" Type="http://schemas.openxmlformats.org/officeDocument/2006/relationships/image" Target="../media/image-30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image" Target="../media/image-31-3.png"/><Relationship Id="rId4" Type="http://schemas.openxmlformats.org/officeDocument/2006/relationships/image" Target="../media/image-31-4.svg"/><Relationship Id="rId5" Type="http://schemas.openxmlformats.org/officeDocument/2006/relationships/image" Target="../media/image-31-5.png"/><Relationship Id="rId6" Type="http://schemas.openxmlformats.org/officeDocument/2006/relationships/image" Target="../media/image-31-6.svg"/><Relationship Id="rId7" Type="http://schemas.openxmlformats.org/officeDocument/2006/relationships/image" Target="../media/image-31-7.png"/><Relationship Id="rId8" Type="http://schemas.openxmlformats.org/officeDocument/2006/relationships/image" Target="../media/image-31-8.svg"/><Relationship Id="rId9" Type="http://schemas.openxmlformats.org/officeDocument/2006/relationships/image" Target="../media/image-31-9.png"/><Relationship Id="rId10" Type="http://schemas.openxmlformats.org/officeDocument/2006/relationships/image" Target="../media/image-31-10.svg"/><Relationship Id="rId11" Type="http://schemas.openxmlformats.org/officeDocument/2006/relationships/image" Target="../media/image-31-11.png"/><Relationship Id="rId12" Type="http://schemas.openxmlformats.org/officeDocument/2006/relationships/image" Target="../media/image-31-12.svg"/><Relationship Id="rId13" Type="http://schemas.openxmlformats.org/officeDocument/2006/relationships/image" Target="../media/image-31-13.png"/><Relationship Id="rId14" Type="http://schemas.openxmlformats.org/officeDocument/2006/relationships/image" Target="../media/image-31-14.svg"/><Relationship Id="rId15" Type="http://schemas.openxmlformats.org/officeDocument/2006/relationships/image" Target="../media/image-31-15.png"/><Relationship Id="rId16" Type="http://schemas.openxmlformats.org/officeDocument/2006/relationships/image" Target="../media/image-31-16.svg"/><Relationship Id="rId17" Type="http://schemas.openxmlformats.org/officeDocument/2006/relationships/image" Target="../media/image-31-17.png"/><Relationship Id="rId18" Type="http://schemas.openxmlformats.org/officeDocument/2006/relationships/image" Target="../media/image-31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image" Target="../media/image-32-3.png"/><Relationship Id="rId4" Type="http://schemas.openxmlformats.org/officeDocument/2006/relationships/image" Target="../media/image-32-4.svg"/><Relationship Id="rId5" Type="http://schemas.openxmlformats.org/officeDocument/2006/relationships/image" Target="../media/image-32-5.png"/><Relationship Id="rId6" Type="http://schemas.openxmlformats.org/officeDocument/2006/relationships/image" Target="../media/image-32-6.svg"/><Relationship Id="rId7" Type="http://schemas.openxmlformats.org/officeDocument/2006/relationships/image" Target="../media/image-32-7.png"/><Relationship Id="rId8" Type="http://schemas.openxmlformats.org/officeDocument/2006/relationships/image" Target="../media/image-32-8.svg"/><Relationship Id="rId9" Type="http://schemas.openxmlformats.org/officeDocument/2006/relationships/image" Target="../media/image-32-9.png"/><Relationship Id="rId10" Type="http://schemas.openxmlformats.org/officeDocument/2006/relationships/image" Target="../media/image-32-10.svg"/><Relationship Id="rId11" Type="http://schemas.openxmlformats.org/officeDocument/2006/relationships/image" Target="../media/image-32-11.png"/><Relationship Id="rId12" Type="http://schemas.openxmlformats.org/officeDocument/2006/relationships/image" Target="../media/image-32-12.svg"/><Relationship Id="rId13" Type="http://schemas.openxmlformats.org/officeDocument/2006/relationships/image" Target="../media/image-32-13.png"/><Relationship Id="rId14" Type="http://schemas.openxmlformats.org/officeDocument/2006/relationships/image" Target="../media/image-32-14.svg"/><Relationship Id="rId15" Type="http://schemas.openxmlformats.org/officeDocument/2006/relationships/image" Target="../media/image-32-15.png"/><Relationship Id="rId16" Type="http://schemas.openxmlformats.org/officeDocument/2006/relationships/image" Target="../media/image-32-16.svg"/><Relationship Id="rId17" Type="http://schemas.openxmlformats.org/officeDocument/2006/relationships/image" Target="../media/image-32-17.png"/><Relationship Id="rId18" Type="http://schemas.openxmlformats.org/officeDocument/2006/relationships/image" Target="../media/image-32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image" Target="../media/image-33-3.png"/><Relationship Id="rId4" Type="http://schemas.openxmlformats.org/officeDocument/2006/relationships/image" Target="../media/image-33-4.svg"/><Relationship Id="rId5" Type="http://schemas.openxmlformats.org/officeDocument/2006/relationships/image" Target="../media/image-33-5.png"/><Relationship Id="rId6" Type="http://schemas.openxmlformats.org/officeDocument/2006/relationships/image" Target="../media/image-33-6.svg"/><Relationship Id="rId7" Type="http://schemas.openxmlformats.org/officeDocument/2006/relationships/image" Target="../media/image-33-7.png"/><Relationship Id="rId8" Type="http://schemas.openxmlformats.org/officeDocument/2006/relationships/image" Target="../media/image-33-8.svg"/><Relationship Id="rId9" Type="http://schemas.openxmlformats.org/officeDocument/2006/relationships/image" Target="../media/image-33-9.png"/><Relationship Id="rId10" Type="http://schemas.openxmlformats.org/officeDocument/2006/relationships/image" Target="../media/image-33-10.svg"/><Relationship Id="rId11" Type="http://schemas.openxmlformats.org/officeDocument/2006/relationships/image" Target="../media/image-33-11.png"/><Relationship Id="rId12" Type="http://schemas.openxmlformats.org/officeDocument/2006/relationships/image" Target="../media/image-33-12.svg"/><Relationship Id="rId13" Type="http://schemas.openxmlformats.org/officeDocument/2006/relationships/image" Target="../media/image-33-13.png"/><Relationship Id="rId14" Type="http://schemas.openxmlformats.org/officeDocument/2006/relationships/image" Target="../media/image-33-14.svg"/><Relationship Id="rId15" Type="http://schemas.openxmlformats.org/officeDocument/2006/relationships/image" Target="../media/image-33-15.png"/><Relationship Id="rId16" Type="http://schemas.openxmlformats.org/officeDocument/2006/relationships/image" Target="../media/image-33-16.svg"/><Relationship Id="rId17" Type="http://schemas.openxmlformats.org/officeDocument/2006/relationships/image" Target="../media/image-33-17.png"/><Relationship Id="rId18" Type="http://schemas.openxmlformats.org/officeDocument/2006/relationships/image" Target="../media/image-33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image" Target="../media/image-34-3.png"/><Relationship Id="rId4" Type="http://schemas.openxmlformats.org/officeDocument/2006/relationships/image" Target="../media/image-34-4.svg"/><Relationship Id="rId5" Type="http://schemas.openxmlformats.org/officeDocument/2006/relationships/image" Target="../media/image-34-5.png"/><Relationship Id="rId6" Type="http://schemas.openxmlformats.org/officeDocument/2006/relationships/image" Target="../media/image-34-6.svg"/><Relationship Id="rId7" Type="http://schemas.openxmlformats.org/officeDocument/2006/relationships/image" Target="../media/image-34-7.png"/><Relationship Id="rId8" Type="http://schemas.openxmlformats.org/officeDocument/2006/relationships/image" Target="../media/image-34-8.svg"/><Relationship Id="rId9" Type="http://schemas.openxmlformats.org/officeDocument/2006/relationships/image" Target="../media/image-34-9.png"/><Relationship Id="rId10" Type="http://schemas.openxmlformats.org/officeDocument/2006/relationships/image" Target="../media/image-34-10.svg"/><Relationship Id="rId11" Type="http://schemas.openxmlformats.org/officeDocument/2006/relationships/image" Target="../media/image-34-11.png"/><Relationship Id="rId12" Type="http://schemas.openxmlformats.org/officeDocument/2006/relationships/image" Target="../media/image-34-12.svg"/><Relationship Id="rId13" Type="http://schemas.openxmlformats.org/officeDocument/2006/relationships/image" Target="../media/image-34-13.png"/><Relationship Id="rId14" Type="http://schemas.openxmlformats.org/officeDocument/2006/relationships/image" Target="../media/image-34-14.svg"/><Relationship Id="rId15" Type="http://schemas.openxmlformats.org/officeDocument/2006/relationships/image" Target="../media/image-34-15.png"/><Relationship Id="rId16" Type="http://schemas.openxmlformats.org/officeDocument/2006/relationships/image" Target="../media/image-34-16.svg"/><Relationship Id="rId17" Type="http://schemas.openxmlformats.org/officeDocument/2006/relationships/image" Target="../media/image-34-17.png"/><Relationship Id="rId18" Type="http://schemas.openxmlformats.org/officeDocument/2006/relationships/image" Target="../media/image-34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image" Target="../media/image-36-3.png"/><Relationship Id="rId4" Type="http://schemas.openxmlformats.org/officeDocument/2006/relationships/image" Target="../media/image-36-4.svg"/><Relationship Id="rId5" Type="http://schemas.openxmlformats.org/officeDocument/2006/relationships/image" Target="../media/image-36-5.png"/><Relationship Id="rId6" Type="http://schemas.openxmlformats.org/officeDocument/2006/relationships/image" Target="../media/image-36-6.svg"/><Relationship Id="rId7" Type="http://schemas.openxmlformats.org/officeDocument/2006/relationships/image" Target="../media/image-36-7.png"/><Relationship Id="rId8" Type="http://schemas.openxmlformats.org/officeDocument/2006/relationships/image" Target="../media/image-3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image" Target="../media/image-37-3.png"/><Relationship Id="rId4" Type="http://schemas.openxmlformats.org/officeDocument/2006/relationships/image" Target="../media/image-3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image" Target="../media/image-38-3.png"/><Relationship Id="rId4" Type="http://schemas.openxmlformats.org/officeDocument/2006/relationships/image" Target="../media/image-38-4.svg"/><Relationship Id="rId5" Type="http://schemas.openxmlformats.org/officeDocument/2006/relationships/image" Target="../media/image-38-5.png"/><Relationship Id="rId6" Type="http://schemas.openxmlformats.org/officeDocument/2006/relationships/image" Target="../media/image-38-6.svg"/><Relationship Id="rId7" Type="http://schemas.openxmlformats.org/officeDocument/2006/relationships/image" Target="../media/image-38-7.png"/><Relationship Id="rId8" Type="http://schemas.openxmlformats.org/officeDocument/2006/relationships/image" Target="../media/image-38-8.svg"/><Relationship Id="rId9" Type="http://schemas.openxmlformats.org/officeDocument/2006/relationships/image" Target="../media/image-38-9.png"/><Relationship Id="rId10" Type="http://schemas.openxmlformats.org/officeDocument/2006/relationships/image" Target="../media/image-38-10.svg"/><Relationship Id="rId11" Type="http://schemas.openxmlformats.org/officeDocument/2006/relationships/image" Target="../media/image-38-11.png"/><Relationship Id="rId12" Type="http://schemas.openxmlformats.org/officeDocument/2006/relationships/image" Target="../media/image-38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image" Target="../media/image-39-3.png"/><Relationship Id="rId4" Type="http://schemas.openxmlformats.org/officeDocument/2006/relationships/image" Target="../media/image-39-4.svg"/><Relationship Id="rId5" Type="http://schemas.openxmlformats.org/officeDocument/2006/relationships/image" Target="../media/image-39-5.png"/><Relationship Id="rId6" Type="http://schemas.openxmlformats.org/officeDocument/2006/relationships/image" Target="../media/image-39-6.svg"/><Relationship Id="rId7" Type="http://schemas.openxmlformats.org/officeDocument/2006/relationships/image" Target="../media/image-39-7.png"/><Relationship Id="rId8" Type="http://schemas.openxmlformats.org/officeDocument/2006/relationships/image" Target="../media/image-39-8.svg"/><Relationship Id="rId9" Type="http://schemas.openxmlformats.org/officeDocument/2006/relationships/image" Target="../media/image-39-9.png"/><Relationship Id="rId10" Type="http://schemas.openxmlformats.org/officeDocument/2006/relationships/image" Target="../media/image-39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image" Target="../media/image-40-3.png"/><Relationship Id="rId4" Type="http://schemas.openxmlformats.org/officeDocument/2006/relationships/image" Target="../media/image-40-4.svg"/><Relationship Id="rId5" Type="http://schemas.openxmlformats.org/officeDocument/2006/relationships/image" Target="../media/image-40-5.png"/><Relationship Id="rId6" Type="http://schemas.openxmlformats.org/officeDocument/2006/relationships/image" Target="../media/image-40-6.svg"/><Relationship Id="rId7" Type="http://schemas.openxmlformats.org/officeDocument/2006/relationships/image" Target="../media/image-40-7.png"/><Relationship Id="rId8" Type="http://schemas.openxmlformats.org/officeDocument/2006/relationships/image" Target="../media/image-40-8.svg"/><Relationship Id="rId9" Type="http://schemas.openxmlformats.org/officeDocument/2006/relationships/image" Target="../media/image-40-9.png"/><Relationship Id="rId10" Type="http://schemas.openxmlformats.org/officeDocument/2006/relationships/image" Target="../media/image-40-10.svg"/><Relationship Id="rId11" Type="http://schemas.openxmlformats.org/officeDocument/2006/relationships/image" Target="../media/image-40-11.png"/><Relationship Id="rId12" Type="http://schemas.openxmlformats.org/officeDocument/2006/relationships/image" Target="../media/image-40-12.svg"/><Relationship Id="rId13" Type="http://schemas.openxmlformats.org/officeDocument/2006/relationships/image" Target="../media/image-40-13.png"/><Relationship Id="rId14" Type="http://schemas.openxmlformats.org/officeDocument/2006/relationships/image" Target="../media/image-40-14.svg"/><Relationship Id="rId15" Type="http://schemas.openxmlformats.org/officeDocument/2006/relationships/image" Target="../media/image-40-15.png"/><Relationship Id="rId16" Type="http://schemas.openxmlformats.org/officeDocument/2006/relationships/image" Target="../media/image-40-16.svg"/><Relationship Id="rId17" Type="http://schemas.openxmlformats.org/officeDocument/2006/relationships/image" Target="../media/image-40-17.png"/><Relationship Id="rId18" Type="http://schemas.openxmlformats.org/officeDocument/2006/relationships/image" Target="../media/image-40-18.svg"/><Relationship Id="rId19" Type="http://schemas.openxmlformats.org/officeDocument/2006/relationships/image" Target="../media/image-40-19.png"/><Relationship Id="rId20" Type="http://schemas.openxmlformats.org/officeDocument/2006/relationships/image" Target="../media/image-40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image" Target="../media/image-41-3.png"/><Relationship Id="rId4" Type="http://schemas.openxmlformats.org/officeDocument/2006/relationships/image" Target="../media/image-4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image" Target="../media/image-42-3.png"/><Relationship Id="rId4" Type="http://schemas.openxmlformats.org/officeDocument/2006/relationships/image" Target="../media/image-4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image" Target="../media/image-43-3.png"/><Relationship Id="rId4" Type="http://schemas.openxmlformats.org/officeDocument/2006/relationships/image" Target="../media/image-4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svg"/><Relationship Id="rId3" Type="http://schemas.openxmlformats.org/officeDocument/2006/relationships/image" Target="../media/image-44-3.png"/><Relationship Id="rId4" Type="http://schemas.openxmlformats.org/officeDocument/2006/relationships/image" Target="../media/image-4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image" Target="../media/image-45-3.png"/><Relationship Id="rId4" Type="http://schemas.openxmlformats.org/officeDocument/2006/relationships/image" Target="../media/image-45-4.svg"/><Relationship Id="rId5" Type="http://schemas.openxmlformats.org/officeDocument/2006/relationships/image" Target="../media/image-45-5.png"/><Relationship Id="rId6" Type="http://schemas.openxmlformats.org/officeDocument/2006/relationships/image" Target="../media/image-4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svg"/><Relationship Id="rId3" Type="http://schemas.openxmlformats.org/officeDocument/2006/relationships/image" Target="../media/image-46-3.png"/><Relationship Id="rId4" Type="http://schemas.openxmlformats.org/officeDocument/2006/relationships/image" Target="../media/image-4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svg"/><Relationship Id="rId3" Type="http://schemas.openxmlformats.org/officeDocument/2006/relationships/image" Target="../media/image-47-3.png"/><Relationship Id="rId4" Type="http://schemas.openxmlformats.org/officeDocument/2006/relationships/image" Target="../media/image-4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svg"/><Relationship Id="rId3" Type="http://schemas.openxmlformats.org/officeDocument/2006/relationships/image" Target="../media/image-48-3.png"/><Relationship Id="rId4" Type="http://schemas.openxmlformats.org/officeDocument/2006/relationships/image" Target="../media/image-4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svg"/><Relationship Id="rId3" Type="http://schemas.openxmlformats.org/officeDocument/2006/relationships/image" Target="../media/image-49-3.png"/><Relationship Id="rId4" Type="http://schemas.openxmlformats.org/officeDocument/2006/relationships/image" Target="../media/image-4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svg"/><Relationship Id="rId3" Type="http://schemas.openxmlformats.org/officeDocument/2006/relationships/image" Target="../media/image-51-3.png"/><Relationship Id="rId4" Type="http://schemas.openxmlformats.org/officeDocument/2006/relationships/image" Target="../media/image-51-4.svg"/><Relationship Id="rId5" Type="http://schemas.openxmlformats.org/officeDocument/2006/relationships/image" Target="../media/image-51-5.png"/><Relationship Id="rId6" Type="http://schemas.openxmlformats.org/officeDocument/2006/relationships/image" Target="../media/image-51-6.svg"/><Relationship Id="rId7" Type="http://schemas.openxmlformats.org/officeDocument/2006/relationships/image" Target="../media/image-51-7.png"/><Relationship Id="rId8" Type="http://schemas.openxmlformats.org/officeDocument/2006/relationships/image" Target="../media/image-51-8.svg"/><Relationship Id="rId9" Type="http://schemas.openxmlformats.org/officeDocument/2006/relationships/image" Target="../media/image-51-9.png"/><Relationship Id="rId10" Type="http://schemas.openxmlformats.org/officeDocument/2006/relationships/image" Target="../media/image-51-10.svg"/><Relationship Id="rId11" Type="http://schemas.openxmlformats.org/officeDocument/2006/relationships/image" Target="../media/image-51-11.png"/><Relationship Id="rId12" Type="http://schemas.openxmlformats.org/officeDocument/2006/relationships/image" Target="../media/image-51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svg"/><Relationship Id="rId3" Type="http://schemas.openxmlformats.org/officeDocument/2006/relationships/image" Target="../media/image-52-3.png"/><Relationship Id="rId4" Type="http://schemas.openxmlformats.org/officeDocument/2006/relationships/image" Target="../media/image-5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svg"/><Relationship Id="rId3" Type="http://schemas.openxmlformats.org/officeDocument/2006/relationships/image" Target="../media/image-53-3.png"/><Relationship Id="rId4" Type="http://schemas.openxmlformats.org/officeDocument/2006/relationships/image" Target="../media/image-5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svg"/><Relationship Id="rId3" Type="http://schemas.openxmlformats.org/officeDocument/2006/relationships/image" Target="../media/image-54-3.png"/><Relationship Id="rId4" Type="http://schemas.openxmlformats.org/officeDocument/2006/relationships/image" Target="../media/image-54-4.svg"/><Relationship Id="rId5" Type="http://schemas.openxmlformats.org/officeDocument/2006/relationships/image" Target="../media/image-54-5.png"/><Relationship Id="rId6" Type="http://schemas.openxmlformats.org/officeDocument/2006/relationships/image" Target="../media/image-5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svg"/><Relationship Id="rId3" Type="http://schemas.openxmlformats.org/officeDocument/2006/relationships/image" Target="../media/image-55-3.png"/><Relationship Id="rId4" Type="http://schemas.openxmlformats.org/officeDocument/2006/relationships/image" Target="../media/image-55-4.svg"/><Relationship Id="rId5" Type="http://schemas.openxmlformats.org/officeDocument/2006/relationships/image" Target="../media/image-55-5.png"/><Relationship Id="rId6" Type="http://schemas.openxmlformats.org/officeDocument/2006/relationships/image" Target="../media/image-5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svg"/><Relationship Id="rId3" Type="http://schemas.openxmlformats.org/officeDocument/2006/relationships/image" Target="../media/image-56-3.png"/><Relationship Id="rId4" Type="http://schemas.openxmlformats.org/officeDocument/2006/relationships/image" Target="../media/image-5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svg"/><Relationship Id="rId3" Type="http://schemas.openxmlformats.org/officeDocument/2006/relationships/image" Target="../media/image-57-3.png"/><Relationship Id="rId4" Type="http://schemas.openxmlformats.org/officeDocument/2006/relationships/image" Target="../media/image-5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svg"/><Relationship Id="rId3" Type="http://schemas.openxmlformats.org/officeDocument/2006/relationships/image" Target="../media/image-59-3.png"/><Relationship Id="rId4" Type="http://schemas.openxmlformats.org/officeDocument/2006/relationships/image" Target="../media/image-5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svg"/><Relationship Id="rId3" Type="http://schemas.openxmlformats.org/officeDocument/2006/relationships/image" Target="../media/image-60-3.png"/><Relationship Id="rId4" Type="http://schemas.openxmlformats.org/officeDocument/2006/relationships/image" Target="../media/image-60-4.svg"/><Relationship Id="rId5" Type="http://schemas.openxmlformats.org/officeDocument/2006/relationships/image" Target="../media/image-60-5.png"/><Relationship Id="rId6" Type="http://schemas.openxmlformats.org/officeDocument/2006/relationships/image" Target="../media/image-60-6.svg"/><Relationship Id="rId7" Type="http://schemas.openxmlformats.org/officeDocument/2006/relationships/image" Target="../media/image-60-7.png"/><Relationship Id="rId8" Type="http://schemas.openxmlformats.org/officeDocument/2006/relationships/image" Target="../media/image-60-8.svg"/><Relationship Id="rId9" Type="http://schemas.openxmlformats.org/officeDocument/2006/relationships/image" Target="../media/image-60-9.png"/><Relationship Id="rId10" Type="http://schemas.openxmlformats.org/officeDocument/2006/relationships/image" Target="../media/image-60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svg"/><Relationship Id="rId3" Type="http://schemas.openxmlformats.org/officeDocument/2006/relationships/image" Target="../media/image-61-3.png"/><Relationship Id="rId4" Type="http://schemas.openxmlformats.org/officeDocument/2006/relationships/image" Target="../media/image-61-4.svg"/><Relationship Id="rId5" Type="http://schemas.openxmlformats.org/officeDocument/2006/relationships/image" Target="../media/image-61-5.png"/><Relationship Id="rId6" Type="http://schemas.openxmlformats.org/officeDocument/2006/relationships/image" Target="../media/image-61-6.svg"/><Relationship Id="rId7" Type="http://schemas.openxmlformats.org/officeDocument/2006/relationships/image" Target="../media/image-61-7.png"/><Relationship Id="rId8" Type="http://schemas.openxmlformats.org/officeDocument/2006/relationships/image" Target="../media/image-6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470" y="1769364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939"/>
              </a:lnSpc>
              <a:buNone/>
            </a:pPr>
            <a:r>
              <a:rPr lang="en-US" sz="4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WZATCO Support System</a:t>
            </a:r>
            <a:endParaRPr lang="en-US" sz="4568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8797" y="2653017"/>
            <a:ext cx="61722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5294" y="1563624"/>
            <a:ext cx="2377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WZATCO Support System</a:t>
            </a:r>
            <a:endParaRPr lang="en-US" sz="2665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8622" y="3136506"/>
            <a:ext cx="360274" cy="3600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24682" y="642938"/>
            <a:ext cx="34747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Ecosystem Overview</a:t>
            </a:r>
            <a:endParaRPr lang="en-US" sz="2665" dirty="0"/>
          </a:p>
        </p:txBody>
      </p:sp>
      <p:sp>
        <p:nvSpPr>
          <p:cNvPr id="5" name="Text 2"/>
          <p:cNvSpPr/>
          <p:nvPr/>
        </p:nvSpPr>
        <p:spPr>
          <a:xfrm>
            <a:off x="3624682" y="1985391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Support Widget (Customer Frontend)</a:t>
            </a:r>
            <a:endParaRPr lang="en-US" sz="2665" dirty="0"/>
          </a:p>
        </p:txBody>
      </p:sp>
      <p:sp>
        <p:nvSpPr>
          <p:cNvPr id="6" name="Text 3"/>
          <p:cNvSpPr/>
          <p:nvPr/>
        </p:nvSpPr>
        <p:spPr>
          <a:xfrm>
            <a:off x="3624682" y="3327845"/>
            <a:ext cx="36576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Panel (Staff Interface)</a:t>
            </a:r>
            <a:endParaRPr lang="en-US" sz="2665" dirty="0"/>
          </a:p>
        </p:txBody>
      </p:sp>
      <p:sp>
        <p:nvSpPr>
          <p:cNvPr id="7" name="Text 4"/>
          <p:cNvSpPr/>
          <p:nvPr/>
        </p:nvSpPr>
        <p:spPr>
          <a:xfrm>
            <a:off x="3624682" y="4670298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Panel (Management Backend)</a:t>
            </a:r>
            <a:endParaRPr lang="en-US" sz="2665" dirty="0"/>
          </a:p>
        </p:txBody>
      </p:sp>
      <p:sp>
        <p:nvSpPr>
          <p:cNvPr id="8" name="Text 5"/>
          <p:cNvSpPr/>
          <p:nvPr/>
        </p:nvSpPr>
        <p:spPr>
          <a:xfrm>
            <a:off x="3624682" y="6012752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Stack</a:t>
            </a:r>
            <a:endParaRPr lang="en-US" sz="2665" dirty="0"/>
          </a:p>
        </p:txBody>
      </p:sp>
      <p:sp>
        <p:nvSpPr>
          <p:cNvPr id="9" name="Text 6"/>
          <p:cNvSpPr/>
          <p:nvPr/>
        </p:nvSpPr>
        <p:spPr>
          <a:xfrm>
            <a:off x="3624682" y="7355205"/>
            <a:ext cx="43891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Deployment Flow</a:t>
            </a:r>
            <a:endParaRPr lang="en-US" sz="2665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8785" y="642938"/>
            <a:ext cx="544982" cy="1931899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78785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403" y="2233822"/>
            <a:ext cx="77724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004"/>
              </a:lnSpc>
              <a:buNone/>
            </a:pPr>
            <a:r>
              <a:rPr lang="en-US" sz="384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Ecosystem Overview</a:t>
            </a:r>
            <a:endParaRPr lang="en-US" sz="384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7724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04"/>
              </a:lnSpc>
              <a:buNone/>
            </a:pPr>
            <a:r>
              <a:rPr lang="en-US" sz="384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Ecosystem Overview</a:t>
            </a:r>
            <a:endParaRPr lang="en-US" sz="3849" dirty="0"/>
          </a:p>
        </p:txBody>
      </p:sp>
      <p:sp>
        <p:nvSpPr>
          <p:cNvPr id="3" name="Text 1"/>
          <p:cNvSpPr/>
          <p:nvPr/>
        </p:nvSpPr>
        <p:spPr>
          <a:xfrm>
            <a:off x="891540" y="1730273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Interconnected Components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390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Flow Example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30273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39048"/>
            <a:ext cx="85954" cy="4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680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Interconnected Components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Customer (Frontend): WZATCO Support Widget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Staff (Interface): Agent Panel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Management (Backend): Admin Panel</a:t>
            </a:r>
            <a:endParaRPr lang="en-US" sz="211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Ecosystem Overview</a:t>
            </a:r>
            <a:endParaRPr lang="en-US" sz="973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6858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Flow Example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Action (Support Widget)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Action (Admin Panel Rules)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Action (Agent Panel)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915747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Action (Support Widget)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462452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Action (Admin Panel)</a:t>
            </a:r>
            <a:endParaRPr lang="en-US" sz="211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3915747"/>
            <a:ext cx="85954" cy="400164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4624521"/>
            <a:ext cx="85954" cy="40016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Ecosystem Overview</a:t>
            </a:r>
            <a:endParaRPr lang="en-US" sz="973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7724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56"/>
              </a:lnSpc>
              <a:buNone/>
            </a:pPr>
            <a:r>
              <a:rPr lang="en-US" sz="346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Action (Support Widget)</a:t>
            </a:r>
            <a:endParaRPr lang="en-US" sz="3469" dirty="0"/>
          </a:p>
        </p:txBody>
      </p:sp>
      <p:sp>
        <p:nvSpPr>
          <p:cNvPr id="3" name="Text 1"/>
          <p:cNvSpPr/>
          <p:nvPr/>
        </p:nvSpPr>
        <p:spPr>
          <a:xfrm>
            <a:off x="891540" y="171072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Submits a "Technical Support" ticket for a projector.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189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Attaches a video and invoice.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1072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18988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Ecosystem Overview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749922"/>
            <a:ext cx="768096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Action (Admin Panel Rules)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056268"/>
            <a:ext cx="667512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Auto-assigns the ticket to the "Technical" department.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622156"/>
            <a:ext cx="7658100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Ecosystem Overview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3152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Action (Agent Panel)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the ticket in "My Tickets" queue with all information.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"Internal Notes" for collaboration.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607137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"Knowledge Base Access" to find a guide.</a:t>
            </a:r>
            <a:endParaRPr lang="en-US" sz="211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607137"/>
            <a:ext cx="85954" cy="4001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Ecosystem Overview</a:t>
            </a:r>
            <a:endParaRPr lang="en-US" sz="973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7724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56"/>
              </a:lnSpc>
              <a:buNone/>
            </a:pPr>
            <a:r>
              <a:rPr lang="en-US" sz="346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Action (Support Widget)</a:t>
            </a:r>
            <a:endParaRPr lang="en-US" sz="3469" dirty="0"/>
          </a:p>
        </p:txBody>
      </p:sp>
      <p:sp>
        <p:nvSpPr>
          <p:cNvPr id="3" name="Text 1"/>
          <p:cNvSpPr/>
          <p:nvPr/>
        </p:nvSpPr>
        <p:spPr>
          <a:xfrm>
            <a:off x="891540" y="17107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status change in "View My Tickets."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189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the agent's reply.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1072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18988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Ecosystem Overview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7724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14"/>
              </a:lnSpc>
              <a:buNone/>
            </a:pPr>
            <a:r>
              <a:rPr lang="en-US" sz="393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Action (Admin Panel)</a:t>
            </a:r>
            <a:endParaRPr lang="en-US" sz="3934" dirty="0"/>
          </a:p>
        </p:txBody>
      </p:sp>
      <p:sp>
        <p:nvSpPr>
          <p:cNvPr id="3" name="Text 1"/>
          <p:cNvSpPr/>
          <p:nvPr/>
        </p:nvSpPr>
        <p:spPr>
          <a:xfrm>
            <a:off x="891540" y="174519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"Agent Performance" report.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5396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ticket resolved within "SLA."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16273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a "Satisfied" CSAT rating.</a:t>
            </a:r>
            <a:endParaRPr lang="en-US" sz="211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45190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53964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162738"/>
            <a:ext cx="85954" cy="4001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Ecosystem Overview</a:t>
            </a:r>
            <a:endParaRPr lang="en-US" sz="973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3274" y="1769364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939"/>
              </a:lnSpc>
              <a:buNone/>
            </a:pPr>
            <a:r>
              <a:rPr lang="en-US" sz="4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Support Widget (Customer Frontend)</a:t>
            </a:r>
            <a:endParaRPr lang="en-US" sz="4568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4980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Support Widget (Cust...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 &amp; Flow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Implications</a:t>
            </a:r>
            <a:endParaRPr lang="en-US" sz="211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28600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722376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– Production Ready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7149694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Support Widget (Custom...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56692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 &amp; Flow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Identity Verification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Main Support Menu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Support Deep Dive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915747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Post-Interaction Feedback</a:t>
            </a:r>
            <a:endParaRPr lang="en-US" sz="211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3915747"/>
            <a:ext cx="85954" cy="4001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Support Widget (Custom...</a:t>
            </a:r>
            <a:endParaRPr lang="en-US" sz="973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7724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Identity Verification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provides Name and Email ID.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Unifies chats, tickets, and searches under a single customer profile.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Support Widget (Custom...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7724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Main Support Menu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Base: Search categorized articles (Setup, Troubleshooting).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Projector Tutorials: Product-specific video guides.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607137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Chat: Route to Sales, Technical, or General Support.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4315911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Call Back: Select a preferred time slot.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5024685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Management: Create a new ticket or view existing ones.</a:t>
            </a:r>
            <a:endParaRPr lang="en-US" sz="211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607137"/>
            <a:ext cx="85954" cy="400164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4315911"/>
            <a:ext cx="85954" cy="400164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5024685"/>
            <a:ext cx="85954" cy="40016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Support Widget (Custom...</a:t>
            </a:r>
            <a:endParaRPr lang="en-US" sz="973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5895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Support Deep Dive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75081" y="1789938"/>
            <a:ext cx="73152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Creation: Structured form for Priority, Category, Purchase Source, Issue Description.</a:t>
            </a:r>
            <a:endParaRPr lang="en-US" sz="1692" dirty="0"/>
          </a:p>
        </p:txBody>
      </p:sp>
      <p:sp>
        <p:nvSpPr>
          <p:cNvPr id="4" name="Text 2"/>
          <p:cNvSpPr/>
          <p:nvPr/>
        </p:nvSpPr>
        <p:spPr>
          <a:xfrm>
            <a:off x="875081" y="2784177"/>
            <a:ext cx="749808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Attachments: Proof of Invoice/Order, Image/Video Evidence for technical/warranty claims.</a:t>
            </a:r>
            <a:endParaRPr lang="en-US" sz="1692" dirty="0"/>
          </a:p>
        </p:txBody>
      </p:sp>
      <p:sp>
        <p:nvSpPr>
          <p:cNvPr id="5" name="Text 3"/>
          <p:cNvSpPr/>
          <p:nvPr/>
        </p:nvSpPr>
        <p:spPr>
          <a:xfrm>
            <a:off x="875081" y="3778929"/>
            <a:ext cx="694944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Management: Track status, read conversation history, reply to existing tickets.</a:t>
            </a:r>
            <a:endParaRPr lang="en-US" sz="169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68580" cy="343071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784177"/>
            <a:ext cx="68580" cy="343071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778929"/>
            <a:ext cx="68580" cy="34307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Support Widget (Custom...</a:t>
            </a:r>
            <a:endParaRPr lang="en-US" sz="973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7724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Post-Interaction F...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CSAT survey triggered after chat or ticket closure.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Options: Not Satisfied, Okay, Satisfied.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comment box.</a:t>
            </a:r>
            <a:endParaRPr lang="en-US" sz="211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Support Widget (Custom...</a:t>
            </a:r>
            <a:endParaRPr lang="en-US" sz="973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59436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Implications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Efficiency: Deflects common queries, reduces agent follow-up time.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CX: Offers multiple, convenient channels.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607137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Service: All interactions logged, reportable, tied to customer profile.</a:t>
            </a:r>
            <a:endParaRPr lang="en-US" sz="211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607137"/>
            <a:ext cx="85954" cy="4001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Support Widget (Custom...</a:t>
            </a:r>
            <a:endParaRPr lang="en-US" sz="973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750" y="2223535"/>
            <a:ext cx="768096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152"/>
              </a:lnSpc>
              <a:buNone/>
            </a:pPr>
            <a:r>
              <a:rPr lang="en-US" sz="3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Panel (Staff Interface)</a:t>
            </a:r>
            <a:endParaRPr lang="en-US" sz="36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68096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52"/>
              </a:lnSpc>
              <a:buNone/>
            </a:pPr>
            <a:r>
              <a:rPr lang="en-US" sz="3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Panel (Staff Interface)</a:t>
            </a:r>
            <a:endParaRPr lang="en-US" sz="3680" dirty="0"/>
          </a:p>
        </p:txBody>
      </p:sp>
      <p:sp>
        <p:nvSpPr>
          <p:cNvPr id="3" name="Text 1"/>
          <p:cNvSpPr/>
          <p:nvPr/>
        </p:nvSpPr>
        <p:spPr>
          <a:xfrm>
            <a:off x="891540" y="1750333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59107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 Modules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50333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59107"/>
            <a:ext cx="85954" cy="4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28600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676656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Definition Completed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6692494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Panel (Staff Interf...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59436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 Modules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Dashboard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Management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Chat Management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915747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Interaction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4624521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Access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5333295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Tools</a:t>
            </a:r>
            <a:endParaRPr lang="en-US" sz="2115" dirty="0"/>
          </a:p>
        </p:txBody>
      </p:sp>
      <p:sp>
        <p:nvSpPr>
          <p:cNvPr id="9" name="Text 7"/>
          <p:cNvSpPr/>
          <p:nvPr/>
        </p:nvSpPr>
        <p:spPr>
          <a:xfrm>
            <a:off x="891540" y="6042069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Tracking</a:t>
            </a:r>
            <a:endParaRPr lang="en-US" sz="2115" dirty="0"/>
          </a:p>
        </p:txBody>
      </p:sp>
      <p:sp>
        <p:nvSpPr>
          <p:cNvPr id="10" name="Text 8"/>
          <p:cNvSpPr/>
          <p:nvPr/>
        </p:nvSpPr>
        <p:spPr>
          <a:xfrm>
            <a:off x="891540" y="6750329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Support</a:t>
            </a:r>
            <a:endParaRPr lang="en-US" sz="2115" dirty="0"/>
          </a:p>
        </p:txBody>
      </p:sp>
      <p:sp>
        <p:nvSpPr>
          <p:cNvPr id="11" name="Text 9"/>
          <p:cNvSpPr/>
          <p:nvPr/>
        </p:nvSpPr>
        <p:spPr>
          <a:xfrm>
            <a:off x="891540" y="74591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</a:t>
            </a:r>
            <a:endParaRPr lang="en-US" sz="2115" dirty="0"/>
          </a:p>
        </p:txBody>
      </p:sp>
      <p:sp>
        <p:nvSpPr>
          <p:cNvPr id="12" name="Text 10"/>
          <p:cNvSpPr/>
          <p:nvPr/>
        </p:nvSpPr>
        <p:spPr>
          <a:xfrm>
            <a:off x="891540" y="816787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Development</a:t>
            </a:r>
            <a:endParaRPr lang="en-US" sz="2115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3915747"/>
            <a:ext cx="85954" cy="400164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4624521"/>
            <a:ext cx="85954" cy="400164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3174" y="5333295"/>
            <a:ext cx="85954" cy="400164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3174" y="6042069"/>
            <a:ext cx="85954" cy="400164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3174" y="6750329"/>
            <a:ext cx="85954" cy="400164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3174" y="7459104"/>
            <a:ext cx="85954" cy="400164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03174" y="8167878"/>
            <a:ext cx="85954" cy="400164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Panel (Staff Interf...</a:t>
            </a:r>
            <a:endParaRPr lang="en-US" sz="973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47548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Dashboard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"command center."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Metrics: Tickets resolved, CSAT.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Tickets: Current workload and statuses.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915747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Activity: Feed of actions, updates, customer replies.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4624521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Actions: Create tickets, search, start chats.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5333295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Notifications: Real-time alerts for new assignments, escalations, updates.</a:t>
            </a:r>
            <a:endParaRPr lang="en-US" sz="2115" dirty="0"/>
          </a:p>
        </p:txBody>
      </p:sp>
      <p:sp>
        <p:nvSpPr>
          <p:cNvPr id="9" name="Text 7"/>
          <p:cNvSpPr/>
          <p:nvPr/>
        </p:nvSpPr>
        <p:spPr>
          <a:xfrm>
            <a:off x="891540" y="6441719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Goals: Tracking progress against personal targets.</a:t>
            </a:r>
            <a:endParaRPr lang="en-US" sz="211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3915747"/>
            <a:ext cx="85954" cy="400164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4624521"/>
            <a:ext cx="85954" cy="400164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3174" y="5333295"/>
            <a:ext cx="85954" cy="400164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3174" y="6441719"/>
            <a:ext cx="85954" cy="40016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Panel (Staff Interf...</a:t>
            </a:r>
            <a:endParaRPr lang="en-US" sz="973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53035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Management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Tickets: Personal ticket queue with filtering and search.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Details: Comprehensive view of information, conversation, customer details.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607137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Actions: Reply, assign, escalate, close tickets.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4315911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Templates: Pre-defined response templates.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5024685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Notes: Private log for agent-only collaboration.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5733459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Attachments: Upload/manage images, logs, documents.</a:t>
            </a:r>
            <a:endParaRPr lang="en-US" sz="2115" dirty="0"/>
          </a:p>
        </p:txBody>
      </p:sp>
      <p:sp>
        <p:nvSpPr>
          <p:cNvPr id="9" name="Text 7"/>
          <p:cNvSpPr/>
          <p:nvPr/>
        </p:nvSpPr>
        <p:spPr>
          <a:xfrm>
            <a:off x="891540" y="684188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Tracking: Log time spent on tickets.</a:t>
            </a:r>
            <a:endParaRPr lang="en-US" sz="2115" dirty="0"/>
          </a:p>
        </p:txBody>
      </p:sp>
      <p:sp>
        <p:nvSpPr>
          <p:cNvPr id="10" name="Text 8"/>
          <p:cNvSpPr/>
          <p:nvPr/>
        </p:nvSpPr>
        <p:spPr>
          <a:xfrm>
            <a:off x="891540" y="755065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Operations: Mass update multiple tickets (e.g., status, assignment).</a:t>
            </a:r>
            <a:endParaRPr lang="en-US" sz="211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607137"/>
            <a:ext cx="85954" cy="400164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4315911"/>
            <a:ext cx="85954" cy="400164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5024685"/>
            <a:ext cx="85954" cy="400164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3174" y="5733459"/>
            <a:ext cx="85954" cy="400164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3174" y="6841884"/>
            <a:ext cx="85954" cy="400164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3174" y="7550658"/>
            <a:ext cx="85954" cy="40016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Panel (Staff Interf...</a:t>
            </a:r>
            <a:endParaRPr lang="en-US" sz="973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62179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Chat Management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Queue: Manage multiple simultaneous chat sessions.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History: Access previous transcripts and notes.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Transfer: Seamlessly transfer chats to other agents/departments.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4315911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Templates: Quick response templates.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5024685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Chat: Initiate chats with website visitors.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5733459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Analytics: Personal metrics on volume, response time, satisfaction.</a:t>
            </a:r>
            <a:endParaRPr lang="en-US" sz="2115" dirty="0"/>
          </a:p>
        </p:txBody>
      </p:sp>
      <p:sp>
        <p:nvSpPr>
          <p:cNvPr id="9" name="Text 7"/>
          <p:cNvSpPr/>
          <p:nvPr/>
        </p:nvSpPr>
        <p:spPr>
          <a:xfrm>
            <a:off x="891540" y="684188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Support: Tools for different languages.</a:t>
            </a:r>
            <a:endParaRPr lang="en-US" sz="2115" dirty="0"/>
          </a:p>
        </p:txBody>
      </p:sp>
      <p:sp>
        <p:nvSpPr>
          <p:cNvPr id="10" name="Text 8"/>
          <p:cNvSpPr/>
          <p:nvPr/>
        </p:nvSpPr>
        <p:spPr>
          <a:xfrm>
            <a:off x="891540" y="755065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Collaboration: Internal chat during live sessions.</a:t>
            </a:r>
            <a:endParaRPr lang="en-US" sz="211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4315911"/>
            <a:ext cx="85954" cy="400164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5024685"/>
            <a:ext cx="85954" cy="400164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3174" y="5733459"/>
            <a:ext cx="85954" cy="400164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3174" y="6841884"/>
            <a:ext cx="85954" cy="400164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3174" y="7550658"/>
            <a:ext cx="85954" cy="40016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Panel (Staff Interf...</a:t>
            </a:r>
            <a:endParaRPr lang="en-US" sz="973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57607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Interaction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Profiles: View detailed information, contact, status.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History: Unified timeline of all previous tickets, chats, emails.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4007301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Notes: Persistent, personal notes.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4716075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Satisfaction: View CSAT survey results.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5424849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Communication: Integrated email and phone (CTI) tools.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6533274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Context: Insights into behavioral patterns, product preferences.</a:t>
            </a:r>
            <a:endParaRPr lang="en-US" sz="2115" dirty="0"/>
          </a:p>
        </p:txBody>
      </p:sp>
      <p:sp>
        <p:nvSpPr>
          <p:cNvPr id="9" name="Text 7"/>
          <p:cNvSpPr/>
          <p:nvPr/>
        </p:nvSpPr>
        <p:spPr>
          <a:xfrm>
            <a:off x="891540" y="764221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Value: Display of account status or lifetime value.</a:t>
            </a:r>
            <a:endParaRPr lang="en-US" sz="2115" dirty="0"/>
          </a:p>
        </p:txBody>
      </p:sp>
      <p:sp>
        <p:nvSpPr>
          <p:cNvPr id="10" name="Text 8"/>
          <p:cNvSpPr/>
          <p:nvPr/>
        </p:nvSpPr>
        <p:spPr>
          <a:xfrm>
            <a:off x="891540" y="8350987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Journey: Mapping end-to-end experience.</a:t>
            </a:r>
            <a:endParaRPr lang="en-US" sz="211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4007301"/>
            <a:ext cx="85954" cy="400164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4716075"/>
            <a:ext cx="85954" cy="400164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5424849"/>
            <a:ext cx="85954" cy="400164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3174" y="6533274"/>
            <a:ext cx="85954" cy="400164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3174" y="7642212"/>
            <a:ext cx="85954" cy="400164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3174" y="8350987"/>
            <a:ext cx="85954" cy="40016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Panel (Staff Interf...</a:t>
            </a:r>
            <a:endParaRPr lang="en-US" sz="973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66751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Access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Search: Fast and accurate search.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Suggestions: AI-powered recommendations.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Creation: Agents can create, edit, suggest new articles.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4315911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Feedback: Rate and comment on helpfulness.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5024685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Bookmarks: Save and organize frequently used articles.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6133109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Analytics: Track usage and effectiveness.</a:t>
            </a:r>
            <a:endParaRPr lang="en-US" sz="2115" dirty="0"/>
          </a:p>
        </p:txBody>
      </p:sp>
      <p:sp>
        <p:nvSpPr>
          <p:cNvPr id="9" name="Text 7"/>
          <p:cNvSpPr/>
          <p:nvPr/>
        </p:nvSpPr>
        <p:spPr>
          <a:xfrm>
            <a:off x="891540" y="684188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Forums: Access and participation.</a:t>
            </a:r>
            <a:endParaRPr lang="en-US" sz="2115" dirty="0"/>
          </a:p>
        </p:txBody>
      </p:sp>
      <p:sp>
        <p:nvSpPr>
          <p:cNvPr id="10" name="Text 8"/>
          <p:cNvSpPr/>
          <p:nvPr/>
        </p:nvSpPr>
        <p:spPr>
          <a:xfrm>
            <a:off x="891540" y="7550658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Materials: Centralized access to product documentation.</a:t>
            </a:r>
            <a:endParaRPr lang="en-US" sz="211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4315911"/>
            <a:ext cx="85954" cy="400164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5024685"/>
            <a:ext cx="85954" cy="400164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3174" y="6133109"/>
            <a:ext cx="85954" cy="400164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3174" y="6841884"/>
            <a:ext cx="85954" cy="400164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3174" y="7550658"/>
            <a:ext cx="85954" cy="40016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Panel (Staff Interf...</a:t>
            </a:r>
            <a:endParaRPr lang="en-US" sz="973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53035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Tools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Chat: Internal direct messaging and group chat.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Collaboration: Department-wide communication channels.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607137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Requests: Formal system for help from supervisors/specialized teams.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4716075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Reviews: System to review other agents' resolutions.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5424849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Sharing: Share insights and best practices.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6133109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Mentoring: Support for new agents.</a:t>
            </a:r>
            <a:endParaRPr lang="en-US" sz="2115" dirty="0"/>
          </a:p>
        </p:txBody>
      </p:sp>
      <p:sp>
        <p:nvSpPr>
          <p:cNvPr id="9" name="Text 7"/>
          <p:cNvSpPr/>
          <p:nvPr/>
        </p:nvSpPr>
        <p:spPr>
          <a:xfrm>
            <a:off x="891540" y="6841884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Meetings: Schedule and participate in virtual meetings.</a:t>
            </a:r>
            <a:endParaRPr lang="en-US" sz="2115" dirty="0"/>
          </a:p>
        </p:txBody>
      </p:sp>
      <p:sp>
        <p:nvSpPr>
          <p:cNvPr id="10" name="Text 8"/>
          <p:cNvSpPr/>
          <p:nvPr/>
        </p:nvSpPr>
        <p:spPr>
          <a:xfrm>
            <a:off x="891540" y="795082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Announcements: View company and department-wide announcements.</a:t>
            </a:r>
            <a:endParaRPr lang="en-US" sz="211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607137"/>
            <a:ext cx="85954" cy="400164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4716075"/>
            <a:ext cx="85954" cy="400164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5424849"/>
            <a:ext cx="85954" cy="400164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3174" y="6133109"/>
            <a:ext cx="85954" cy="400164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3174" y="6841884"/>
            <a:ext cx="85954" cy="400164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3174" y="7950822"/>
            <a:ext cx="85954" cy="40016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Panel (Staff Interf...</a:t>
            </a:r>
            <a:endParaRPr lang="en-US" sz="973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59436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Tracking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Analytics: Individual metrics (response time, resolution time, CSAT).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Tracking: Monitor progress toward weekly/monthly targets.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4007301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Reviews: Self-assessment and manager feedback.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5116239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Development: Track learning and certifications.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5824499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 Badges: Gamification and recognition.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653327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Trends: Historical analysis.</a:t>
            </a:r>
            <a:endParaRPr lang="en-US" sz="2115" dirty="0"/>
          </a:p>
        </p:txBody>
      </p:sp>
      <p:sp>
        <p:nvSpPr>
          <p:cNvPr id="9" name="Text 7"/>
          <p:cNvSpPr/>
          <p:nvPr/>
        </p:nvSpPr>
        <p:spPr>
          <a:xfrm>
            <a:off x="891540" y="724204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Comparison: Anonymized comparison with team averages.</a:t>
            </a:r>
            <a:endParaRPr lang="en-US" sz="2115" dirty="0"/>
          </a:p>
        </p:txBody>
      </p:sp>
      <p:sp>
        <p:nvSpPr>
          <p:cNvPr id="10" name="Text 8"/>
          <p:cNvSpPr/>
          <p:nvPr/>
        </p:nvSpPr>
        <p:spPr>
          <a:xfrm>
            <a:off x="891540" y="8350987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Suggestions: AI-powered recommendations.</a:t>
            </a:r>
            <a:endParaRPr lang="en-US" sz="211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4007301"/>
            <a:ext cx="85954" cy="400164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5116239"/>
            <a:ext cx="85954" cy="400164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5824499"/>
            <a:ext cx="85954" cy="400164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3174" y="6533274"/>
            <a:ext cx="85954" cy="400164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3174" y="7242048"/>
            <a:ext cx="85954" cy="400164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3174" y="8350987"/>
            <a:ext cx="85954" cy="40016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Panel (Staff Interf...</a:t>
            </a:r>
            <a:endParaRPr lang="en-US" sz="973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420624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Support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App: Native iOS and Android applications.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Design: Mobile-optimized web interface.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Mode: Work offline with data syncing.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915747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Notifications: Real-time mobile alerts.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4624521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Integration: Voice-to-text for notes, voice commands.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5333295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Integration: Capture and attach photos.</a:t>
            </a:r>
            <a:endParaRPr lang="en-US" sz="2115" dirty="0"/>
          </a:p>
        </p:txBody>
      </p:sp>
      <p:sp>
        <p:nvSpPr>
          <p:cNvPr id="9" name="Text 7"/>
          <p:cNvSpPr/>
          <p:nvPr/>
        </p:nvSpPr>
        <p:spPr>
          <a:xfrm>
            <a:off x="891540" y="6042069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Services: Location-based features for field service.</a:t>
            </a:r>
            <a:endParaRPr lang="en-US" sz="2115" dirty="0"/>
          </a:p>
        </p:txBody>
      </p:sp>
      <p:sp>
        <p:nvSpPr>
          <p:cNvPr id="10" name="Text 8"/>
          <p:cNvSpPr/>
          <p:nvPr/>
        </p:nvSpPr>
        <p:spPr>
          <a:xfrm>
            <a:off x="891540" y="715049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Analytics: Statistics on app usage and performance.</a:t>
            </a:r>
            <a:endParaRPr lang="en-US" sz="211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3915747"/>
            <a:ext cx="85954" cy="400164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4624521"/>
            <a:ext cx="85954" cy="400164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3174" y="5333295"/>
            <a:ext cx="85954" cy="400164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3174" y="6042069"/>
            <a:ext cx="85954" cy="400164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3174" y="7150494"/>
            <a:ext cx="85954" cy="40016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Panel (Staff Interf...</a:t>
            </a:r>
            <a:endParaRPr lang="en-US" sz="973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420624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Dashboard: Drag-and-drop widgets.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Selection: Dark, light, high-contrast options.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Preferences: Fine-grained control over alerts.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915747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 Keys: Customizable keyboard shortcuts.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4624521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Settings: Select preferred interface language.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5333295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Zone: Personal settings for accurate timestamps.</a:t>
            </a:r>
            <a:endParaRPr lang="en-US" sz="2115" dirty="0"/>
          </a:p>
        </p:txBody>
      </p:sp>
      <p:sp>
        <p:nvSpPr>
          <p:cNvPr id="9" name="Text 7"/>
          <p:cNvSpPr/>
          <p:nvPr/>
        </p:nvSpPr>
        <p:spPr>
          <a:xfrm>
            <a:off x="891540" y="6042069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Hours: Set personal availability.</a:t>
            </a:r>
            <a:endParaRPr lang="en-US" sz="2115" dirty="0"/>
          </a:p>
        </p:txBody>
      </p:sp>
      <p:sp>
        <p:nvSpPr>
          <p:cNvPr id="10" name="Text 8"/>
          <p:cNvSpPr/>
          <p:nvPr/>
        </p:nvSpPr>
        <p:spPr>
          <a:xfrm>
            <a:off x="891540" y="6750329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Notes: Private, persistent notepad.</a:t>
            </a:r>
            <a:endParaRPr lang="en-US" sz="211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3915747"/>
            <a:ext cx="85954" cy="400164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4624521"/>
            <a:ext cx="85954" cy="400164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3174" y="5333295"/>
            <a:ext cx="85954" cy="400164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3174" y="6042069"/>
            <a:ext cx="85954" cy="400164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3174" y="6750329"/>
            <a:ext cx="85954" cy="40016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Panel (Staff Interf...</a:t>
            </a:r>
            <a:endParaRPr lang="en-US" sz="973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649224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Development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Management: Access to training materials and courses.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Tracking: Monitor progress and completion.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607137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Assessment: Regular evaluations and quizzes.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4315911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Calendar: Schedule and track upcoming sessions.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5024685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Learning: Structured programs from experienced agents.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6133109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Practices: Repository of methodologies and strategies.</a:t>
            </a:r>
            <a:endParaRPr lang="en-US" sz="2115" dirty="0"/>
          </a:p>
        </p:txBody>
      </p:sp>
      <p:sp>
        <p:nvSpPr>
          <p:cNvPr id="9" name="Text 7"/>
          <p:cNvSpPr/>
          <p:nvPr/>
        </p:nvSpPr>
        <p:spPr>
          <a:xfrm>
            <a:off x="891540" y="7242048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Improvement: Access to ongoing development programs.</a:t>
            </a:r>
            <a:endParaRPr lang="en-US" sz="2115" dirty="0"/>
          </a:p>
        </p:txBody>
      </p:sp>
      <p:sp>
        <p:nvSpPr>
          <p:cNvPr id="10" name="Text 8"/>
          <p:cNvSpPr/>
          <p:nvPr/>
        </p:nvSpPr>
        <p:spPr>
          <a:xfrm>
            <a:off x="891540" y="8350987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Development: View potential paths and requirements.</a:t>
            </a:r>
            <a:endParaRPr lang="en-US" sz="211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607137"/>
            <a:ext cx="85954" cy="400164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4315911"/>
            <a:ext cx="85954" cy="400164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5024685"/>
            <a:ext cx="85954" cy="400164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3174" y="6133109"/>
            <a:ext cx="85954" cy="400164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3174" y="7242048"/>
            <a:ext cx="85954" cy="400164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3174" y="8350987"/>
            <a:ext cx="85954" cy="40016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Panel (Staff Interf...</a:t>
            </a:r>
            <a:endParaRPr lang="en-US" sz="973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5510" y="1769364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939"/>
              </a:lnSpc>
              <a:buNone/>
            </a:pPr>
            <a:r>
              <a:rPr lang="en-US" sz="4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Panel (Management Backend)</a:t>
            </a:r>
            <a:endParaRPr lang="en-US" sz="4568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4980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Panel (Manage...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Milestones (Foundation Phase)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Focus &amp; High-Priority Tasks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915747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Project Roadmap (Nine Phases)</a:t>
            </a:r>
            <a:endParaRPr lang="en-US" sz="211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3915747"/>
            <a:ext cx="85954" cy="4001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28600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603504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Development (Phase 1)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597834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Panel (Managem...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5895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Milestones (Fo...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040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Infrastructure: Universal AdminLayout (responsive sidebar, header, footer, full-width support, smooth transitions).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3298527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&amp; Sidebar: Dynamic, collapsible sidebar with real-time ticket counts from API.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4407465"/>
            <a:ext cx="7132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Management (Core): Paginated list view, detailed ticket view, real-time messaging, quick status updates, customer details sidebar.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5916054"/>
            <a:ext cx="7406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API: Full Prisma ORM integration with SQLite, RESTful API endpoints for CRUD operations and error handling.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7425157"/>
            <a:ext cx="7498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Improvements: Modern purple/violet gradient theme, curved corners, skeleton loaders, optimized for 1920x1080 displays.</a:t>
            </a:r>
            <a:endParaRPr lang="en-US" sz="211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3298527"/>
            <a:ext cx="85954" cy="400164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4407465"/>
            <a:ext cx="85954" cy="400164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5916054"/>
            <a:ext cx="85954" cy="400164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7425157"/>
            <a:ext cx="85954" cy="40016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Panel (Managem...</a:t>
            </a:r>
            <a:endParaRPr lang="en-US" sz="973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680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Focus &amp; High-Prio...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Notes &amp; Timestamps: Always visible internal notes with author and timestamp.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System: Database and UI for adding tags (e.g., Pickup, Service, Delivery, Customer Hold).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4007301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Search: Filtering by customer mobile number, email, name, ticket ID.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5116239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Operations: UI for selecting multiple tickets and performing actions (e.g., transferring).</a:t>
            </a:r>
            <a:endParaRPr lang="en-US" sz="211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4007301"/>
            <a:ext cx="85954" cy="400164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5116239"/>
            <a:ext cx="85954" cy="4001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Panel (Managem...</a:t>
            </a:r>
            <a:endParaRPr lang="en-US" sz="973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5895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Project Roadmap (Nin...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Enhanced Ticket Management (In Progress)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Advanced Search &amp; Filtering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Live Chat Integration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915747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Analytics &amp; Reporting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4624521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Department &amp; Team Management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5333295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6: Time Tracking &amp; SLAs</a:t>
            </a:r>
            <a:endParaRPr lang="en-US" sz="2115" dirty="0"/>
          </a:p>
        </p:txBody>
      </p:sp>
      <p:sp>
        <p:nvSpPr>
          <p:cNvPr id="9" name="Text 7"/>
          <p:cNvSpPr/>
          <p:nvPr/>
        </p:nvSpPr>
        <p:spPr>
          <a:xfrm>
            <a:off x="891540" y="6042069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7: Notifications &amp; Collaboration</a:t>
            </a:r>
            <a:endParaRPr lang="en-US" sz="2115" dirty="0"/>
          </a:p>
        </p:txBody>
      </p:sp>
      <p:sp>
        <p:nvSpPr>
          <p:cNvPr id="10" name="Text 8"/>
          <p:cNvSpPr/>
          <p:nvPr/>
        </p:nvSpPr>
        <p:spPr>
          <a:xfrm>
            <a:off x="891540" y="6750329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8: Product &amp; Model Management</a:t>
            </a:r>
            <a:endParaRPr lang="en-US" sz="2115" dirty="0"/>
          </a:p>
        </p:txBody>
      </p:sp>
      <p:sp>
        <p:nvSpPr>
          <p:cNvPr id="11" name="Text 9"/>
          <p:cNvSpPr/>
          <p:nvPr/>
        </p:nvSpPr>
        <p:spPr>
          <a:xfrm>
            <a:off x="891540" y="745910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9: Advanced Features</a:t>
            </a:r>
            <a:endParaRPr lang="en-US" sz="211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3915747"/>
            <a:ext cx="85954" cy="400164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4624521"/>
            <a:ext cx="85954" cy="400164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3174" y="5333295"/>
            <a:ext cx="85954" cy="400164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3174" y="6042069"/>
            <a:ext cx="85954" cy="400164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3174" y="6750329"/>
            <a:ext cx="85954" cy="400164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3174" y="7459104"/>
            <a:ext cx="85954" cy="400164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Panel (Managem...</a:t>
            </a:r>
            <a:endParaRPr lang="en-US" sz="973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898569"/>
            <a:ext cx="777240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Enhanced Ticket Management (...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204915"/>
            <a:ext cx="7680960" cy="1080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9"/>
              </a:lnSpc>
              <a:buNone/>
            </a:pPr>
            <a:r>
              <a:rPr lang="en-US" sz="274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Notes, Tags, Priority Management, Bulk Operations, Automated Assignment Rules.</a:t>
            </a:r>
            <a:endParaRPr lang="en-US" sz="2749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770803"/>
            <a:ext cx="771570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Panel (Managem...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008640"/>
            <a:ext cx="658368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Advanced Search &amp; Filtering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3155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32"/>
              </a:lnSpc>
              <a:buNone/>
            </a:pPr>
            <a:r>
              <a:rPr lang="en-US" sz="216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customer details, filter by product models, save custom filters, export ticket data to Excel.</a:t>
            </a:r>
            <a:endParaRPr lang="en-US" sz="2166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880874"/>
            <a:ext cx="7498080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Panel (Managem...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50138"/>
            <a:ext cx="649224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Live Chat Integration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56998"/>
            <a:ext cx="685800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90"/>
              </a:lnSpc>
              <a:buNone/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agent availability status (Online, Away, Busy), chat queue management, customer wait time estimations.</a:t>
            </a:r>
            <a:endParaRPr lang="en-US" sz="27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522372"/>
            <a:ext cx="6835140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Panel (Managem...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50138"/>
            <a:ext cx="713232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Analytics &amp; Reporting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56998"/>
            <a:ext cx="749808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90"/>
              </a:lnSpc>
              <a:buNone/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for product-wise analytics, TAT (Turnaround Time) breach reports, customer feedback (CSAT), agent performance metrics.</a:t>
            </a:r>
            <a:endParaRPr lang="en-US" sz="27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522372"/>
            <a:ext cx="743498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Panel (Managem...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4980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Department &amp; Te...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Bifurcating admin panel views for different teams (Technical, Operations, Logistics).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Enabling department-specific assignments and SLAs.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Panel (Managem...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906285"/>
            <a:ext cx="576072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6: Time Tracking &amp; SLAs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213144"/>
            <a:ext cx="7772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90"/>
              </a:lnSpc>
              <a:buNone/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Agent-specific TAT calculation, worklog system to track time spent, real-time SLA breach alerts.</a:t>
            </a:r>
            <a:endParaRPr lang="en-US" sz="27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778519"/>
            <a:ext cx="770930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Panel (Managem...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50138"/>
            <a:ext cx="758952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7: Notifications &amp; Collaboration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56998"/>
            <a:ext cx="594360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90"/>
              </a:lnSpc>
              <a:buNone/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and email notifications for assignments/updates, @mentions in comments, presence indicators.</a:t>
            </a:r>
            <a:endParaRPr lang="en-US" sz="27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522372"/>
            <a:ext cx="752642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Panel (Managem...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008640"/>
            <a:ext cx="676656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8: Product &amp; Model Management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3155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32"/>
              </a:lnSpc>
              <a:buNone/>
            </a:pPr>
            <a:r>
              <a:rPr lang="en-US" sz="216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catalog to manage models and attach model-specific documentation and issue tracking.</a:t>
            </a:r>
            <a:endParaRPr lang="en-US" sz="2166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880874"/>
            <a:ext cx="6949440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Panel (Managem...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008640"/>
            <a:ext cx="658368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9: Advanced Features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3155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32"/>
              </a:lnSpc>
              <a:buNone/>
            </a:pPr>
            <a:r>
              <a:rPr lang="en-US" sz="216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creation templates, automated escalation rules, APIs for integration with external systems.</a:t>
            </a:r>
            <a:endParaRPr lang="en-US" sz="2166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880874"/>
            <a:ext cx="766998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Panel (Managem...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777" y="2230222"/>
            <a:ext cx="77724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059"/>
              </a:lnSpc>
              <a:buNone/>
            </a:pPr>
            <a:r>
              <a:rPr lang="en-US" sz="38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Stack</a:t>
            </a:r>
            <a:endParaRPr lang="en-US" sz="3892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7724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59"/>
              </a:lnSpc>
              <a:buNone/>
            </a:pPr>
            <a:r>
              <a:rPr lang="en-US" sz="38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Stack</a:t>
            </a:r>
            <a:endParaRPr lang="en-US" sz="3892" dirty="0"/>
          </a:p>
        </p:txBody>
      </p:sp>
      <p:sp>
        <p:nvSpPr>
          <p:cNvPr id="3" name="Text 1"/>
          <p:cNvSpPr/>
          <p:nvPr/>
        </p:nvSpPr>
        <p:spPr>
          <a:xfrm>
            <a:off x="891540" y="1737989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46763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155023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863797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45725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528134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Icons</a:t>
            </a:r>
            <a:endParaRPr lang="en-US" sz="211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37989"/>
            <a:ext cx="85954" cy="400164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46763"/>
            <a:ext cx="85954" cy="400164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155023"/>
            <a:ext cx="85954" cy="400164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3863797"/>
            <a:ext cx="85954" cy="400164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4572572"/>
            <a:ext cx="85954" cy="400164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3174" y="5281346"/>
            <a:ext cx="85954" cy="40016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320040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576072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15.5.6 with React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5692140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Stack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301752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429768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4292194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Stack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25603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with Prisma ORM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Evolving schema to include TicketNote, Tag, Worklog, AssignmentHistory, Department, AgentPresence.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Stack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192024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with Heroicons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Purple/pink gradient brand theme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Stack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217981"/>
            <a:ext cx="329184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588209"/>
            <a:ext cx="758952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or similar (for Live Chat and live Admin/Agent updates)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154098"/>
            <a:ext cx="757854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Stack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192024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Icons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393192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Heroicons (SVG)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389168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Stack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63" y="2189074"/>
            <a:ext cx="7680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664"/>
              </a:lnSpc>
              <a:buNone/>
            </a:pPr>
            <a:r>
              <a:rPr lang="en-US" sz="435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Deployment Flow</a:t>
            </a:r>
            <a:endParaRPr lang="en-US" sz="4357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40664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Deployment Flow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Strategy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Pipeline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44805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Strategy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76910" y="1789938"/>
            <a:ext cx="6035040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1"/>
              </a:lnSpc>
              <a:buNone/>
            </a:pPr>
            <a:r>
              <a:rPr lang="en-US" sz="17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Tests: For individual components and utility functions.</a:t>
            </a:r>
            <a:endParaRPr lang="en-US" sz="1734" dirty="0"/>
          </a:p>
        </p:txBody>
      </p:sp>
      <p:sp>
        <p:nvSpPr>
          <p:cNvPr id="4" name="Text 2"/>
          <p:cNvSpPr/>
          <p:nvPr/>
        </p:nvSpPr>
        <p:spPr>
          <a:xfrm>
            <a:off x="876910" y="2449849"/>
            <a:ext cx="5852160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1"/>
              </a:lnSpc>
              <a:buNone/>
            </a:pPr>
            <a:r>
              <a:rPr lang="en-US" sz="17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Tests: For API endpoints and database logic.</a:t>
            </a:r>
            <a:endParaRPr lang="en-US" sz="1734" dirty="0"/>
          </a:p>
        </p:txBody>
      </p:sp>
      <p:sp>
        <p:nvSpPr>
          <p:cNvPr id="5" name="Text 3"/>
          <p:cNvSpPr/>
          <p:nvPr/>
        </p:nvSpPr>
        <p:spPr>
          <a:xfrm>
            <a:off x="876910" y="3110274"/>
            <a:ext cx="713232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1"/>
              </a:lnSpc>
              <a:buNone/>
            </a:pPr>
            <a:r>
              <a:rPr lang="en-US" sz="17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(E2E) Tests: Simulate real user workflows (login to ticket resolution).</a:t>
            </a:r>
            <a:endParaRPr lang="en-US" sz="1734" dirty="0"/>
          </a:p>
        </p:txBody>
      </p:sp>
      <p:sp>
        <p:nvSpPr>
          <p:cNvPr id="6" name="Text 4"/>
          <p:cNvSpPr/>
          <p:nvPr/>
        </p:nvSpPr>
        <p:spPr>
          <a:xfrm>
            <a:off x="876910" y="4121487"/>
            <a:ext cx="6675120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1"/>
              </a:lnSpc>
              <a:buNone/>
            </a:pPr>
            <a:r>
              <a:rPr lang="en-US" sz="17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Tests: Monitor load times and API responsiveness.</a:t>
            </a:r>
            <a:endParaRPr lang="en-US" sz="1734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70409" cy="351301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49849"/>
            <a:ext cx="70409" cy="351301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110274"/>
            <a:ext cx="70409" cy="351301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4121487"/>
            <a:ext cx="70409" cy="3513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56946" y="205740"/>
            <a:ext cx="164592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Deployment Flow</a:t>
            </a:r>
            <a:endParaRPr lang="en-US" sz="973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557784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Pipeline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Development: Features built in isolated branches.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Staging: Code merged and deployed to staging for internal testing and QA.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607137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Production: Features deployed to live production after validation.</a:t>
            </a:r>
            <a:endParaRPr lang="en-US" sz="211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607137"/>
            <a:ext cx="85954" cy="4001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164592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Deployment Flow</a:t>
            </a:r>
            <a:endParaRPr lang="en-US" sz="973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2025-10-29T12:25:23Z</dcterms:created>
  <dcterms:modified xsi:type="dcterms:W3CDTF">2025-10-29T12:25:23Z</dcterms:modified>
</cp:coreProperties>
</file>